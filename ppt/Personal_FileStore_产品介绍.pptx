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68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FileStore · Product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246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93776"/>
            <a:ext cx="82296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766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FFF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FILE MANAGEMENT · V1.6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您的文件，</a:t>
            </a:r>
            <a:endParaRPr lang="en-US" sz="6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400" i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极致掌控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635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4670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>
                    <a:alpha val="84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现代化、优雅且安全的个人文件管理系统。Apple 级交互体验，双端架构设计，AI 赋能。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>
                    <a:alpha val="5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6.0 · Vite 8.0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40050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FFFF">
                    <a:alpha val="5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swipe / arrow keys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6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FFFF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0" y="246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FFFF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93776"/>
            <a:ext cx="3749040" cy="0"/>
          </a:xfrm>
          <a:prstGeom prst="line">
            <a:avLst/>
          </a:prstGeom>
          <a:noFill/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FFFF">
                    <a:alpha val="5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3840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文件管理，</a:t>
            </a:r>
            <a:endParaRPr lang="en-US" sz="3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从未如此</a:t>
            </a:r>
            <a:endParaRPr lang="en-US" sz="3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500" i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令人头疼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457200" y="46451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44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文件散落各处 · 安全无保障 · 体验粗糙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0" y="246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0" y="246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ISSUES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493776"/>
            <a:ext cx="374904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658368"/>
            <a:ext cx="374904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749808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577840" y="7680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文件杂乱，难以找寻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113385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重要文件散落各处，没有统一管理入口，检索耗时费力。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993392"/>
            <a:ext cx="374904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084832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577840" y="21031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安全隐患，数据泄露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24688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公共网盘权限复杂，个人隐私文件缺乏可靠保护机制。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328416"/>
            <a:ext cx="3749040" cy="0"/>
          </a:xfrm>
          <a:prstGeom prst="line">
            <a:avLst/>
          </a:prstGeom>
          <a:noFill/>
          <a:ln w="12700">
            <a:solidFill>
              <a:srgbClr val="002F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419856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577840" y="34381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体验割裂，AI 缺席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80390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传统工具不具备智能处理能力，PC 与移动端体验割裂。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4553712"/>
            <a:ext cx="3749040" cy="0"/>
          </a:xfrm>
          <a:prstGeom prst="line">
            <a:avLst/>
          </a:prstGeom>
          <a:noFill/>
          <a:ln w="15240">
            <a:solidFill>
              <a:srgbClr val="002F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47548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是时候改变了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68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· Personal FileStore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246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93776"/>
            <a:ext cx="822960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New Way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一个系统，</a:t>
            </a:r>
            <a:endParaRPr lang="en-US" sz="3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20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掌控您的</a:t>
            </a:r>
            <a:endParaRPr lang="en-US" sz="3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20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全部数字资产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专为个人打造的现代化文件存储平台，Apple 级极简体验，融合 AI 智能处理，让文件管理回归纯粹。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658368"/>
            <a:ext cx="3840480" cy="102412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47488" y="74980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极简设计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47488" y="1024128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精心打磨的 Apple-like 界面，丝滑微动效，让每次操作都是享受。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773936"/>
            <a:ext cx="3840480" cy="102412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86537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赋能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47488" y="2139696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集成前沿 AI 图像处理，让文件管理更聪明、更高效。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889504"/>
            <a:ext cx="3840480" cy="102412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2980944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双端独立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47488" y="3255264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前台个人空间 + 运营后台，独立入口，完整功能。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68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246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93776"/>
            <a:ext cx="822960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217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六大核心能力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全能文件管家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9344"/>
            <a:ext cx="2670048" cy="129844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7007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0A0A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773936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安全可靠存储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176272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文件云端安全托管，完善的权限控制机制。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82696" y="1609344"/>
            <a:ext cx="2670048" cy="129844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95544" y="17007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0A0A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47288" y="1773936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全能文件操作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7288" y="2176272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上传、下载、移动、重命名等全套核心操作。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08192" y="1609344"/>
            <a:ext cx="2670048" cy="12984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7007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72784" y="1773936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图像处理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72784" y="2176272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82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集成前沿 AI Image 模块，智能处理图片。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70048" cy="129844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3108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0A0A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" y="31821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个性化空间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" y="3584448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深度个人资料配置，高级头像裁剪编辑器。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82696" y="3017520"/>
            <a:ext cx="2670048" cy="129844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95544" y="3108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0A0A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47288" y="31821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全端响应式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47288" y="3584448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完美适配桌面端与移动端，随时随地管理。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08192" y="3017520"/>
            <a:ext cx="2670048" cy="129844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3108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0A0A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72784" y="31821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双端架构设计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72784" y="3584448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前台个人空间与运营后台完全独立运行。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68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246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93776"/>
            <a:ext cx="82296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217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>
                    <a:alpha val="5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双端 + AI 三层架构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一套代码，三重体验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78608" cy="3337560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6479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A0A0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20574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前台应用 App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260604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>
                    <a:alpha val="78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个人文件管理中心，Apple-like 极简登录页，丝滑交互体验，支持全部文件操作。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4407408"/>
            <a:ext cx="2249424" cy="0"/>
          </a:xfrm>
          <a:prstGeom prst="line">
            <a:avLst/>
          </a:prstGeom>
          <a:noFill/>
          <a:ln w="6350">
            <a:solidFill>
              <a:srgbClr val="0A0A0A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44805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0A0A0A">
                    <a:alpha val="6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:5173 / npm run dev:app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600200"/>
            <a:ext cx="2578608" cy="333756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76479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64992" y="20574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运营后台 Admin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64992" y="260604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独立管理后台入口，运营数据总览，用户管理与文件运营，完整权限体系。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64992" y="4407408"/>
            <a:ext cx="2249424" cy="0"/>
          </a:xfrm>
          <a:prstGeom prst="line">
            <a:avLst/>
          </a:prstGeom>
          <a:noFill/>
          <a:ln w="635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44805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FFFF">
                    <a:alpha val="5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:5174 / npm run dev:admin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578608" cy="3337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76479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08192" y="20574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Image 模块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08192" y="260604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前沿 AI 图像生成与处理，深度集成于文件管理流程，让内容更智能。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08192" y="4407408"/>
            <a:ext cx="2249424" cy="0"/>
          </a:xfrm>
          <a:prstGeom prst="line">
            <a:avLst/>
          </a:prstGeom>
          <a:noFill/>
          <a:ln w="635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44805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FFFF">
                    <a:alpha val="5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Feature-Sliced Design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68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246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93776"/>
            <a:ext cx="822960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217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 步上手流程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极速上手，开箱即用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7498080" cy="0"/>
          </a:xfrm>
          <a:prstGeom prst="line">
            <a:avLst/>
          </a:prstGeom>
          <a:noFill/>
          <a:ln w="12700">
            <a:solidFill>
              <a:srgbClr val="D4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2798064"/>
            <a:ext cx="164592" cy="164592"/>
          </a:xfrm>
          <a:prstGeom prst="ellipse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68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" y="20025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注册登录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" y="30815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极简登录页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视频背景动效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2798064"/>
            <a:ext cx="164592" cy="164592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85416" y="30266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48256" y="3264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上传文件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02536" y="20756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拖拽或点击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支持批量操作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71416" y="2798064"/>
            <a:ext cx="164592" cy="164592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0792" y="2368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13632" y="20025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管理整理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67912" y="30815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移动重命名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自定义右键菜单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36792" y="2798064"/>
            <a:ext cx="164592" cy="164592"/>
          </a:xfrm>
          <a:prstGeom prst="ellipse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6168" y="30266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79008" y="3264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处理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33288" y="20756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图像生成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与处理赋能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38744" y="2798064"/>
            <a:ext cx="164592" cy="164592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2368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80960" y="20025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随时访问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35240" y="30815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全端响应式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桌面移动适配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从注册到管理，5 步完成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68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246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93776"/>
            <a:ext cx="822960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217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传统方案 vs Personal FileStore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为什么选择我们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0" y="1664208"/>
            <a:ext cx="0" cy="324612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传统方案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杂乱、不安全、低效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文件散落在多个平台，没有统一入口，操作繁琐，缺乏安全保障。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多平台文件散落，难以统一管理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公共网盘权限复杂，隐私风险高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不支持 AI 处理，智能化程度低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移动端与桌面端体验割裂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无管理后台，运营无从入手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664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 FileStore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统一、安全、智能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4871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一站式个人文件管理平台，极简体验，AI 赋能，双端独立，随时随地掌控。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090672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统一文件管理入口，一站掌控全局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安全可靠存储，权限体系完善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Image 模块，智能图像处理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全端响应式，桌面移动完美适配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独立运营后台，管理轻松高效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68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246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93776"/>
            <a:ext cx="82296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217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>
                    <a:alpha val="5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三大核心价值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为什么现在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>
                    <a:alpha val="5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极致 Apple 体验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4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精心打磨的极简 UI，视频背景登录页，硬件加速动效，每个细节都彰显品质。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400" dirty="0"/>
          </a:p>
        </p:txBody>
      </p:sp>
      <p:sp>
        <p:nvSpPr>
          <p:cNvPr id="11" name="Text 9"/>
          <p:cNvSpPr/>
          <p:nvPr/>
        </p:nvSpPr>
        <p:spPr>
          <a:xfrm>
            <a:off x="3200400" y="17373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工程级技术栈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2596896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4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React 19 + TypeScript 6.0 + Vite 8.0，全方位 Vitest 测试覆盖，代码质量保障。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365760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dirty="0">
                <a:solidFill>
                  <a:srgbClr val="002FA7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400" dirty="0"/>
          </a:p>
        </p:txBody>
      </p:sp>
      <p:sp>
        <p:nvSpPr>
          <p:cNvPr id="15" name="Text 13"/>
          <p:cNvSpPr/>
          <p:nvPr/>
        </p:nvSpPr>
        <p:spPr>
          <a:xfrm>
            <a:off x="5943600" y="17373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>
                    <a:alpha val="5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201168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智能赋能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2596896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4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前沿 AI 图像处理模块，Feature-Sliced Design 架构，灵活扩展，面向未来。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65760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8229600" cy="9144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548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技术亮点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0" y="621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HIGHLIGHTS · 09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920240" cy="3529584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54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性能极致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901952"/>
            <a:ext cx="15910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21792" y="3383280"/>
            <a:ext cx="15910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>
                    <a:alpha val="82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闪电般冷启动与热更新，开发体验无与伦比。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389888"/>
            <a:ext cx="1920240" cy="3529584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554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类型安全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24912" y="1901952"/>
            <a:ext cx="15910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24912" y="3383280"/>
            <a:ext cx="15910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TypeScript 全量类型覆盖，告别运行时错误。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9888"/>
            <a:ext cx="1920240" cy="3529584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554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工程保障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8032" y="1901952"/>
            <a:ext cx="15910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8032" y="3383280"/>
            <a:ext cx="15910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>
                    <a:alpha val="82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完善的单元与组件测试套件，稳定可靠。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389888"/>
            <a:ext cx="1920240" cy="3529584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1152" y="1554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架构清晰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31152" y="1901952"/>
            <a:ext cx="15910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FSD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31152" y="3383280"/>
            <a:ext cx="15910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>
                    <a:alpha val="82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Feature-Sliced Design，模块清晰，高度可维护。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6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0" y="246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93776"/>
            <a:ext cx="3749040" cy="0"/>
          </a:xfrm>
          <a:prstGeom prst="line">
            <a:avLst/>
          </a:prstGeom>
          <a:noFill/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76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FFF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立即升级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您的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i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数字生活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Personal FileStore，为您而生。现代、优雅、安全，从此文件管理不再是难题。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3749040" cy="0"/>
          </a:xfrm>
          <a:prstGeom prst="line">
            <a:avLst/>
          </a:prstGeom>
          <a:noFill/>
          <a:ln w="6350">
            <a:solidFill>
              <a:srgbClr val="FFFFFF">
                <a:alpha val="3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315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FileStore v1.6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4315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FFFF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2026.05.18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0" y="246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RULES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493776"/>
            <a:ext cx="374904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658368"/>
            <a:ext cx="374904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749808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77840" y="7680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Apple-like 极致体验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113385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精心打磨的极简 UI，视频背景登录，硬件加速微动效，每次操作都是享受。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993392"/>
            <a:ext cx="374904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084832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77840" y="21031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工程级现代技术栈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24688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React 19 + TypeScript 6.0 + Vite 8.0，完整测试覆盖，代码质量有保障。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328416"/>
            <a:ext cx="3749040" cy="0"/>
          </a:xfrm>
          <a:prstGeom prst="line">
            <a:avLst/>
          </a:prstGeom>
          <a:noFill/>
          <a:ln w="12700">
            <a:solidFill>
              <a:srgbClr val="002F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419856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577840" y="34381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赋能，面向未来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380390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集成前沿 AI 图像处理，双端架构扩展灵活，持续迭代，与未来同行。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4553712"/>
            <a:ext cx="3749040" cy="0"/>
          </a:xfrm>
          <a:prstGeom prst="line">
            <a:avLst/>
          </a:prstGeom>
          <a:noFill/>
          <a:ln w="15240">
            <a:solidFill>
              <a:srgbClr val="002F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4773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完 · Personal FileStore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FileStore · 产品介绍</dc:title>
  <dc:subject>PptxGenJS Presentation</dc:subject>
  <dc:creator>Personal FileStore</dc:creator>
  <cp:lastModifiedBy>Personal FileStore</cp:lastModifiedBy>
  <cp:revision>1</cp:revision>
  <dcterms:created xsi:type="dcterms:W3CDTF">2026-05-18T03:09:37Z</dcterms:created>
  <dcterms:modified xsi:type="dcterms:W3CDTF">2026-05-18T03:09:37Z</dcterms:modified>
</cp:coreProperties>
</file>